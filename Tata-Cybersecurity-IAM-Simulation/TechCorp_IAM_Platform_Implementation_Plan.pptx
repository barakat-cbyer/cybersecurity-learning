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TechCorp IAM Platform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Plan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76656" y="2487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34155"/>
                </a:solidFill>
              </a:rPr>
              <a:t>Roadmap for integrating user lifecycle management and access controls across enterprise systems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76656" y="30632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Tata Cybersecurity Job Simulation | Platform Integration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1080000">
            <a:off x="8092440" y="502920"/>
            <a:ext cx="3474720" cy="3474720"/>
          </a:xfrm>
          <a:prstGeom prst="arc">
            <a:avLst/>
          </a:prstGeom>
          <a:noFill/>
          <a:ln w="38100">
            <a:solidFill>
              <a:srgbClr val="0E74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2600000">
            <a:off x="8613648" y="1024128"/>
            <a:ext cx="2423160" cy="2423160"/>
          </a:xfrm>
          <a:prstGeom prst="arc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9720" y="1627632"/>
            <a:ext cx="1143000" cy="1143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45168" y="1975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</a:rPr>
              <a:t>IAM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43800" y="41605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53528" y="4251960"/>
            <a:ext cx="10149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HR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48006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5128" y="4892040"/>
            <a:ext cx="10149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Directory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287000" y="41605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96728" y="4251960"/>
            <a:ext cx="10149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Cloud Apps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78240" y="4389120"/>
            <a:ext cx="137160" cy="50292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149840" y="4892040"/>
            <a:ext cx="137160" cy="-50292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Plain meaning: this plan explains how TechCorp will connect IAM to HR, directories, legacy apps, third-party tools and cloud services.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objective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Move from IAM design to a secure, scalable platform rollout.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965960" cy="1143000"/>
          </a:xfrm>
          <a:prstGeom prst="chevron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029968"/>
            <a:ext cx="329184" cy="329184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Prepare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97280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Confirm scope, systems, roles and owners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07208" y="1965960"/>
            <a:ext cx="1965960" cy="1143000"/>
          </a:xfrm>
          <a:prstGeom prst="chevron">
            <a:avLst/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5224" y="2029968"/>
            <a:ext cx="329184" cy="329184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10128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Integrate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10128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Connect HR, directory, apps and cloud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0056" y="1965960"/>
            <a:ext cx="1965960" cy="1143000"/>
          </a:xfrm>
          <a:prstGeom prst="chevron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2029968"/>
            <a:ext cx="329184" cy="329184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22976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Secure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522976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Apply RBAC, MFA, SSO and privileged controls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32904" y="1965960"/>
            <a:ext cx="1965960" cy="1143000"/>
          </a:xfrm>
          <a:prstGeom prst="chevron">
            <a:avLst/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2029968"/>
            <a:ext cx="329184" cy="329184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35824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Validate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735824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Pilot, test access flows and fix gaps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45752" y="1965960"/>
            <a:ext cx="1965960" cy="1143000"/>
          </a:xfrm>
          <a:prstGeom prst="chevron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73768" y="2029968"/>
            <a:ext cx="329184" cy="329184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948672" y="20848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Scale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948672" y="2450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Roll out globally and monitor continuously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Core idea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3708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The IAM platform should become the control point for identity, authentication, authorisation and access changes across TechCorp.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Plain meaning: before users can access systems, IAM should confirm who they are and what they are allowed to use.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12-week implementation roadmap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 phased rollout reduces risk and makes integration easier to control.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325880" y="1673352"/>
            <a:ext cx="94640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481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Weeks 1–2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4538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Discovery &amp; planning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4721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Confirm apps, users, roles, risk, owners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1325880" y="2386584"/>
            <a:ext cx="94640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2199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Weeks 3–4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1671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Platform setup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18541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Configure IAM tenant, directory links, admin roles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325880" y="3099816"/>
            <a:ext cx="94640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935224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2907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Weeks 5–7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2880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Core integrations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89864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Connect HR, AD, SSO, MFA, key apps and cloud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1325880" y="3813048"/>
            <a:ext cx="94640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648456"/>
            <a:ext cx="365760" cy="36576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36210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Weeks 8–9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5935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Pilot &amp; testing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36118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Test Joiner-Mover-Leaver, RBAC, access requests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1325880" y="4526280"/>
            <a:ext cx="94640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361688"/>
            <a:ext cx="365760" cy="36576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Weeks 10–11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43068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Rollout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43251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Deploy by business unit and migrate priority apps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1325880" y="5239512"/>
            <a:ext cx="94640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074920"/>
            <a:ext cx="365760" cy="36576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4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</a:rPr>
              <a:t>Week 12+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51760" y="50200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Operate &amp; improve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83480" y="50383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</a:rPr>
              <a:t>Monitor logs, reviews, reports and optimisation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Plain meaning: do not connect everything at once. Start with planning, integrate priority systems, test, then scale.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integration architecture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IAM sits between identity sources and enterprise resources.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91640"/>
            <a:ext cx="16093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HR System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(employee status)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834640"/>
            <a:ext cx="16093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Active Directory 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Identity Store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69080" y="20574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CCFBF1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78808" y="2148840"/>
            <a:ext cx="220370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IAM Platform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Provisioning • RBAC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SSO • MFA • Audit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1371600"/>
            <a:ext cx="2057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463040"/>
            <a:ext cx="18379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Legacy Apps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2423160"/>
            <a:ext cx="2057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2514600"/>
            <a:ext cx="18379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Third-party Apps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3474720"/>
            <a:ext cx="2057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3566160"/>
            <a:ext cx="18379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Cloud Services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92440" y="4526280"/>
            <a:ext cx="2057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2168" y="4617720"/>
            <a:ext cx="18379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SOC / SIEM Logs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06040" y="2029968"/>
            <a:ext cx="1444752" cy="420624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606040" y="3154680"/>
            <a:ext cx="1444752" cy="-27432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2331720"/>
            <a:ext cx="1572768" cy="-64008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92240" y="2624328"/>
            <a:ext cx="1572768" cy="100584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92240" y="2916936"/>
            <a:ext cx="1572768" cy="859536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3200400"/>
            <a:ext cx="1572768" cy="1627632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22960" y="55961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Access decisions and identity changes flow through IAM before users reach business systems.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Plain meaning: IAM connects to HR for employee changes, to directories for identities, and to apps/cloud for access control.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 challenges and mitigations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plan must handle old systems, external applications and cloud access securely.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581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Challenge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26664" y="1581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Risk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48856" y="15819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</a:rPr>
              <a:t>Mitigation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" y="1901952"/>
            <a:ext cx="106527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039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Legacy systems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3026664" y="20391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Older apps may not support modern SSO or APIs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6848856" y="203911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Use connectors, phased migration and manual controls where automation is not possible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740664" y="2587752"/>
            <a:ext cx="106527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7249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Third-party apps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3026664" y="27249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Different authentication standards and vendor limits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6848856" y="272491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Use SAML/OIDC where supported; document exceptions and monitor access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740664" y="3273552"/>
            <a:ext cx="106527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4107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Cloud services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3026664" y="3410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Multiple cloud identities can create inconsistent permissions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6848856" y="341071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Centralise access through IAM, enforce MFA and standard cloud roles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740664" y="3959352"/>
            <a:ext cx="106527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0965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Data quality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3026664" y="40965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Incorrect HR or role data can give wrong access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6848856" y="409651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Clean role data before rollout; test Joiner-Mover-Leaver flows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740664" y="4645152"/>
            <a:ext cx="106527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47823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F172A"/>
                </a:solidFill>
              </a:rPr>
              <a:t>User adoption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3026664" y="4782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Employees may resist new login processes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6848856" y="478231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</a:rPr>
              <a:t>Communicate early, train users, pilot first, then roll out gradually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Plain meaning: successful IAM is not just buying a tool. The difficult part is connecting many systems safely.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Resources, ownership and milestones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Clear responsibilities help the IAM rollout stay controlled.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270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Project sponsor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77393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Approves scope, budget and business priorities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270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IAM team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1773936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Configures platform, roles, SSO, MFA and governance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85800" y="244144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5117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HR team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279806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Provides employee data and lifecycle triggers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263640" y="244144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55117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IT / app owners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279806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Support integration with legacy and business applications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85800" y="346557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753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Security / SOC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Reviews logs, suspicious access and incident response links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63640" y="346557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5753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Change management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382219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</a:rPr>
              <a:t>Communication, training and user support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6527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93776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Key milestone: pilot group successfully completes onboarding, role change and offboarding tests before wider rollout.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Plain meaning: IAM needs HR, IT, security and business teams working together, not only the cybersecurity team.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Alignment with business goals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implementation supports security, efficiency and user experience.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81328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Enhance cybersecurity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2377440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334155"/>
                </a:solidFill>
              </a:rPr>
              <a:t>MFA for sensitive access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Least privilege and RBAC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Audit logs for investigations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53128" y="1481328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Streamline operations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37176" y="2377440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334155"/>
                </a:solidFill>
              </a:rPr>
              <a:t>Automated provisioning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Faster onboarding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Fewer manual access tickets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0456" y="1481328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Improve user experience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04504" y="2377440"/>
            <a:ext cx="2423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dirty="0">
                <a:solidFill>
                  <a:srgbClr val="334155"/>
                </a:solidFill>
              </a:rPr>
              <a:t>SSO across approved apps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Self-service access requests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</a:rPr>
              <a:t>Clear approvals and status tracking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800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</a:rPr>
              <a:t>Success measures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1663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Reduced onboarding time • fewer orphaned accounts • higher MFA coverage • regular access review completion • cleaner SOC visibility into identity events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Plain meaning: the IAM project should produce visible security and business improvements, not just a new platform.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implementation approach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Start controlled, prove the process, then scale globally.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45720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53619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Prioritise HR, directory, SSO and MFA integrations first because they control identity creation and authentication.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45720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63347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Use RBAC and least privilege to standardise access, then test Joiner-Mover-Leaver processes with a pilot group.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703320"/>
            <a:ext cx="45720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3730752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Roll out by business unit, monitor identity events, review access regularly and improve the platform over time.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5074920"/>
            <a:ext cx="10012680" cy="640080"/>
          </a:xfrm>
          <a:prstGeom prst="roundRect">
            <a:avLst>
              <a:gd name="adj" fmla="val 8571"/>
            </a:avLst>
          </a:prstGeom>
          <a:solidFill>
            <a:srgbClr val="CCFBF1"/>
          </a:solidFill>
          <a:ln w="1397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5285232"/>
            <a:ext cx="9464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Outcome: secure access, faster operations and clearer visibility for security monitoring.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Plain meaning: this is a careful rollout plan, not an overnight switch.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Tata Cybersecurity Job Simulation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TechCorp IAM Platform Implementation Plan</dc:title>
  <dc:subject>TechCorp IAM Platform Implementation Plan</dc:subject>
  <dc:creator>Forage Participant</dc:creator>
  <cp:lastModifiedBy>Forage Participant</cp:lastModifiedBy>
  <cp:revision>1</cp:revision>
  <dcterms:created xsi:type="dcterms:W3CDTF">2026-09-21T23:22:37Z</dcterms:created>
  <dcterms:modified xsi:type="dcterms:W3CDTF">2026-09-21T23:22:37Z</dcterms:modified>
</cp:coreProperties>
</file>